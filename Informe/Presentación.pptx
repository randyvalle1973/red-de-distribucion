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0" r:id="rId4"/>
    <p:sldId id="262" r:id="rId5"/>
    <p:sldId id="266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87692-7D96-4B42-9C1F-EC1EE7ACD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0AD096-A41F-418C-8B39-1B9B6EEC2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22EC6F-FC34-48F7-9784-1CD73EF1C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BA5A73-83E1-4570-9B66-4D08D73B9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B88F89-8F8C-438B-8E15-0EE85F10D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7231922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4C4675-383E-4DFD-AA85-F4638A37C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BE347F-785F-40DB-B2E4-DF936DDA2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C95763-4BA0-4E11-B60A-0CC151157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26812B-AC19-48DF-82E0-1BEEB20A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1FF938-0E16-46D0-A6AF-B6E96248C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6477775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4E3A0-FFC4-4040-AD3B-6B23AFDAD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37582A-2044-4EDB-A03E-6F91AF205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1CB110-52A5-4D1C-914B-1BF04F5D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09B9A7-1400-424B-A784-40596D3C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A8A5B0-C86F-41CA-95F4-8C9DDCB5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9720935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DA1665-29F2-4CE5-882D-8492D182C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2088FE-1BB3-439A-8F5B-2D9C7B1C0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E44A3A-5CEF-4B78-8AE7-EE4DC7A01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7176E0-3A92-4B59-8A15-DA02CF5E3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0B7BE2-E7E5-4304-9E01-CCDC838E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F92D8C-1E50-49B4-8C0B-DA2703084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459569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021975-0FDF-44B2-BFD6-BDDC7C79E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424D3A-5384-47CB-B213-9D19E2578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019713-8C90-4EE7-A349-A57B8500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2DC350B-8920-47B7-90C9-CEDE9613F7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A0AC4E5-6E02-463E-B1B3-0DD26B03B1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7FC42B1-BA7D-43FC-82AC-355F2168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98AD83D-ED20-4AA3-8BBF-C303A7C6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50E1190-79A7-44BB-97F4-57602A0AF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6199810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7042C6-6960-4AC3-B3AE-7258B4AA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D129ED5-5194-4416-9E94-F98390B59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78564F6-E03D-454E-9AE9-01FF84A3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132123D-095B-4486-9D21-A567CFA9A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9312430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27DA116-2C79-45D1-B3F1-F56B25E92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599404A-3343-48F2-AD3D-6ABC1123B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49F142-FE13-4549-AEB3-2F06A0627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740919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7F195-53B9-48AB-943C-84B3F7886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B741D7-6853-4F7C-930C-135816D65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1B725EF-99D4-44BA-9465-E829FA3B7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8E6160-0952-4AE2-913E-F8232F2B1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5C9AC0-5366-42C4-8BB9-1C8360B90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8B5BB1-5D14-4939-9A06-0764977B1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4509866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C0518C-91FB-4DCB-8E98-552FE2897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03F00A5-DEB0-418F-AB3F-983183FF02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90E094-80F1-4FC2-8783-733A8DB98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F44B36-1E90-4E55-9AAC-46A0985FC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1BA349-E599-4C1B-AC3E-A38A074D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7919F1-6E7A-4911-AF6B-2501E2C92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7543752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A7EC4B-1C80-4B70-889D-8FBE843B2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E18196-29C8-4DC4-BF7D-88B77B67A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B300C5-2AD1-4CFD-A6DD-B89DDEC54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48D731-E5C4-4E67-99AB-84B0257C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2B54A7-ABCB-4C3F-996F-AD11C016F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7806410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1BEAF15-7658-41EA-88C7-5B82886E28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4C19DCF-B40B-453D-9B82-AF0B0E654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121CCB-320D-4153-8BF6-27A6D59E4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A3CB01-7FA7-4574-9FFC-9CA300F8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78DDC5-4FE1-4C1D-B3D7-B15C19DA3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9375665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CF4F349-4F35-44F2-82F3-381F16B7E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2E560E-50BD-479C-AF89-F8053F17F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555E14-8D41-46D7-BBFA-FBB6E1413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0975A-9A0C-43EA-B934-2991F984EF1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9F706F-2BCD-4D33-989F-92F613F1CF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71B7D2-AE3A-40D0-8101-C1DF09912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CE601-0D1B-4A6F-A987-F33B7EC9EC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335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-368577" y="488430"/>
            <a:ext cx="11242766" cy="2387600"/>
          </a:xfrm>
        </p:spPr>
        <p:txBody>
          <a:bodyPr/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 de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Distribucion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Almacenes</a:t>
            </a:r>
            <a:endParaRPr lang="en-US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Subtitle 9"/>
          <p:cNvSpPr>
            <a:spLocks noGrp="1"/>
          </p:cNvSpPr>
          <p:nvPr>
            <p:ph type="subTitle" idx="1"/>
          </p:nvPr>
        </p:nvSpPr>
        <p:spPr>
          <a:xfrm>
            <a:off x="0" y="2876030"/>
            <a:ext cx="9144000" cy="1776652"/>
          </a:xfrm>
        </p:spPr>
        <p:txBody>
          <a:bodyPr>
            <a:normAutofit/>
          </a:bodyPr>
          <a:lstStyle/>
          <a:p>
            <a:pPr algn="l"/>
            <a:r>
              <a:rPr lang="en-US" sz="3600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Autor</a:t>
            </a:r>
            <a:r>
              <a:rPr lang="en-US" sz="3600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Randy Valle Lopez</a:t>
            </a:r>
          </a:p>
          <a:p>
            <a:pPr algn="l"/>
            <a:r>
              <a:rPr lang="en-US" sz="3600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Curso</a:t>
            </a:r>
            <a:r>
              <a:rPr lang="en-US" sz="3600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sz="3600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Informatica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2do, </a:t>
            </a:r>
            <a:r>
              <a:rPr lang="en-US" sz="3600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curso</a:t>
            </a:r>
            <a:r>
              <a:rPr lang="en-US" sz="3600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2025-2026</a:t>
            </a:r>
            <a:endParaRPr lang="en-US" sz="3600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036195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Problematica</a:t>
            </a:r>
            <a:r>
              <a:rPr lang="en-US" sz="6000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sz="6000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El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</a:rPr>
              <a:t>presente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</a:rPr>
              <a:t>proyecto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 surge de la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</a:rPr>
              <a:t>necesidad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 de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</a:rPr>
              <a:t>dar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</a:rPr>
              <a:t>solución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 a la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</a:rPr>
              <a:t>dificultad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 que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</a:rPr>
              <a:t>representa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 la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</a:rPr>
              <a:t>planificación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 y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</a:rPr>
              <a:t>gestión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</a:rPr>
              <a:t>eficiente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 de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</a:rPr>
              <a:t>una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 red de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</a:rPr>
              <a:t>distribución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</a:rPr>
              <a:t>compuesta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</a:rPr>
              <a:t>por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</a:rPr>
              <a:t>múltiples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</a:rPr>
              <a:t>almacenes</a:t>
            </a:r>
            <a:endParaRPr lang="en-US" sz="36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4594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</a:t>
            </a:r>
            <a:r>
              <a:rPr lang="en-US" sz="6000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sz="6000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principal de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este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proyecto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reducir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los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costos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transporte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dentro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una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red de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distribución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mediante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la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aplicación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estructuras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datos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como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grafos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</a:t>
            </a: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árboles</a:t>
            </a:r>
            <a:endParaRPr lang="en-US" sz="3600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091476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Diseño</a:t>
            </a:r>
            <a:r>
              <a:rPr lang="en-US" sz="60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sz="6000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39787" y="1690688"/>
            <a:ext cx="5157787" cy="491449"/>
          </a:xfrm>
        </p:spPr>
        <p:txBody>
          <a:bodyPr/>
          <a:lstStyle/>
          <a:p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Grafo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839787" y="2182137"/>
            <a:ext cx="5157787" cy="3684588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en-US" sz="1800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grafo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constituye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la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estructura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principal del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ya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que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permite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representar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forma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adecuada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una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red de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almacenes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las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conexiones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existentes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entre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ellos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Cada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vértice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representa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almacén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mientras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que las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aristas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representan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las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rutas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1800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comunicación</a:t>
            </a:r>
            <a:r>
              <a:rPr lang="en-US" sz="1800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en-US" sz="1800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partir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representación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se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implementan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algoritmos</a:t>
            </a:r>
            <a:r>
              <a:rPr lang="en-US" sz="1800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entre </a:t>
            </a:r>
            <a:r>
              <a:rPr lang="en-US" sz="1800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ellos</a:t>
            </a:r>
            <a:r>
              <a:rPr lang="en-US" sz="1800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Dijkstra</a:t>
            </a:r>
            <a:r>
              <a:rPr lang="en-US" sz="1800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Prim.</a:t>
            </a:r>
            <a:endParaRPr lang="en-US" sz="1800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19871"/>
            <a:ext cx="5183188" cy="462266"/>
          </a:xfrm>
        </p:spPr>
        <p:txBody>
          <a:bodyPr/>
          <a:lstStyle/>
          <a:p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Arbol</a:t>
            </a:r>
            <a:endParaRPr lang="en-US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11320"/>
            <a:ext cx="5183188" cy="3684588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resultado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obtenido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mediante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el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algoritmo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Prim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posteriormente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utilizado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construir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rellenar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árbol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general.</a:t>
            </a:r>
          </a:p>
          <a:p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estructura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permite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representar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manera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jerárquica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la red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generada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facilitando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organización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visualización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241892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Diagrama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Clases</a:t>
            </a:r>
            <a:endParaRPr lang="en-US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53" y="1525225"/>
            <a:ext cx="6982097" cy="4351338"/>
          </a:xfrm>
        </p:spPr>
      </p:pic>
    </p:spTree>
    <p:extLst>
      <p:ext uri="{BB962C8B-B14F-4D97-AF65-F5344CB8AC3E}">
        <p14:creationId xmlns:p14="http://schemas.microsoft.com/office/powerpoint/2010/main" val="26032865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24192" y="-117407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Algoritmos</a:t>
            </a:r>
            <a:r>
              <a:rPr lang="en-US" sz="6000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6000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principales</a:t>
            </a:r>
            <a:r>
              <a:rPr lang="en-US" sz="6000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sz="6000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Dijkstra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: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3" name="Content Placeholder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90627"/>
            <a:ext cx="4642068" cy="4032352"/>
          </a:xfrm>
          <a:prstGeom prst="rect">
            <a:avLst/>
          </a:prstGeom>
        </p:spPr>
      </p:pic>
      <p:sp>
        <p:nvSpPr>
          <p:cNvPr id="14" name="Content Placeholder 1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Prim:</a:t>
            </a:r>
          </a:p>
          <a:p>
            <a:endParaRPr lang="en-US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Content Placeholder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911" y="2290627"/>
            <a:ext cx="4127477" cy="403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3700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 err="1" smtClean="0">
                <a:solidFill>
                  <a:schemeClr val="accent6">
                    <a:lumMod val="75000"/>
                  </a:schemeClr>
                </a:solidFill>
              </a:rPr>
              <a:t>Casos</a:t>
            </a:r>
            <a:r>
              <a:rPr lang="en-US" sz="6000" dirty="0" smtClean="0">
                <a:solidFill>
                  <a:schemeClr val="accent6">
                    <a:lumMod val="75000"/>
                  </a:schemeClr>
                </a:solidFill>
              </a:rPr>
              <a:t> de </a:t>
            </a:r>
            <a:r>
              <a:rPr lang="en-US" sz="6000" dirty="0" err="1" smtClean="0">
                <a:solidFill>
                  <a:schemeClr val="accent6">
                    <a:lumMod val="75000"/>
                  </a:schemeClr>
                </a:solidFill>
              </a:rPr>
              <a:t>Prueba</a:t>
            </a:r>
            <a:r>
              <a:rPr lang="en-US" sz="6000" dirty="0" smtClean="0">
                <a:solidFill>
                  <a:schemeClr val="accent6">
                    <a:lumMod val="75000"/>
                  </a:schemeClr>
                </a:solidFill>
              </a:rPr>
              <a:t>:</a:t>
            </a:r>
            <a:endParaRPr lang="en-US" sz="6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Rutas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Minimas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 de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Distribucion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endParaRPr lang="en-US" dirty="0" smtClean="0"/>
          </a:p>
        </p:txBody>
      </p:sp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286794"/>
            <a:ext cx="4411980" cy="342900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6268098" y="2286793"/>
            <a:ext cx="4597697" cy="334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95598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 err="1" smtClean="0">
                <a:solidFill>
                  <a:schemeClr val="accent6">
                    <a:lumMod val="75000"/>
                  </a:schemeClr>
                </a:solidFill>
              </a:rPr>
              <a:t>Conclusiones</a:t>
            </a:r>
            <a:r>
              <a:rPr lang="en-US" sz="6000" dirty="0" smtClean="0">
                <a:solidFill>
                  <a:schemeClr val="accent6">
                    <a:lumMod val="75000"/>
                  </a:schemeClr>
                </a:solidFill>
              </a:rPr>
              <a:t>:</a:t>
            </a:r>
            <a:endParaRPr lang="en-US" sz="6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desarrollo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proyecto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permitió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aplicar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manera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práctica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estructuras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datos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fundamentales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grafos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árboles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 la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resolución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un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relacionado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 la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gestión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distribución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en-US" dirty="0" smtClean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principal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dificultad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encontrada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durante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el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desarrollo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estuvo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relacionada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 la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construcción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del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árbol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general a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la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información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generada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el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algoritmo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Prim.</a:t>
            </a:r>
          </a:p>
        </p:txBody>
      </p:sp>
    </p:spTree>
    <p:extLst>
      <p:ext uri="{BB962C8B-B14F-4D97-AF65-F5344CB8AC3E}">
        <p14:creationId xmlns:p14="http://schemas.microsoft.com/office/powerpoint/2010/main" val="19899807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264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Red de Distribucion De Almacenes</vt:lpstr>
      <vt:lpstr>Problematica:</vt:lpstr>
      <vt:lpstr>Objetivo:</vt:lpstr>
      <vt:lpstr>Diseño:</vt:lpstr>
      <vt:lpstr>Diagrama de Clases</vt:lpstr>
      <vt:lpstr>Algoritmos principales:</vt:lpstr>
      <vt:lpstr>Casos de Prueba:</vt:lpstr>
      <vt:lpstr>Conclusiones: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yaniela</dc:creator>
  <cp:lastModifiedBy>Randy</cp:lastModifiedBy>
  <cp:revision>9</cp:revision>
  <dcterms:created xsi:type="dcterms:W3CDTF">2024-09-04T19:51:03Z</dcterms:created>
  <dcterms:modified xsi:type="dcterms:W3CDTF">2026-06-11T02:35:52Z</dcterms:modified>
</cp:coreProperties>
</file>